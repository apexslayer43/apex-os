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AetherTrace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Infrastructure for Verifiable Reality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analytics. Not AI. Not blockchain. Proof.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an event happened, when it happened, who produced it, and whether the record has been altered.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timestamp at ingestion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210312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31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88036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preserved in the chain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210312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331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9204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every file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66560" y="210312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331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372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is mathematical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Flaw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performs the work controls the evidence of that work's quality.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36576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$5–12B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6032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construction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transaction costs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36576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assets receiving disclaimer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opinions — 7 consecutive years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200400"/>
            <a:ext cx="36576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560320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ESPC savings overstatement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(documented by GAO)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200400"/>
            <a:ext cx="36576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$1B/yr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583680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audit remediation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 Invariant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 must be independent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accountability.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TCP/IP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AetherTrace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Reality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AetherTrace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docs, photos, logs.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+ immutable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on ingestion.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17320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chained.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= mathematically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417320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PDF + ZIP.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URL.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AetherTrace Is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what we don't do is as important as what we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54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60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560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System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661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6576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5661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 Product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AetherTrace does ONE thing: prove that an event happened, when, by whom, and whether the record was altered.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Sequence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VIGIL Score: 28/30 — Zero direct competitors across four independent search vectors.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74320" cy="2743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1874520"/>
            <a:ext cx="54864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Month 1–6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Subs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protection play.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sales cycle. Immediate pain.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274320" cy="2743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2743200"/>
            <a:ext cx="54864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Month 6–12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ESPC Evidence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DoD energy market.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ESCOs on DOE IDIQ.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3611880"/>
            <a:ext cx="54864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 Month 12–24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OTA/SBIR Pathway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200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DoD entry before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2028 audit deadline.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 Year 2+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Standard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+ insurance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Clock Is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solidFill>
            <a:srgbClr val="1A2744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 31, 2028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 Clean Audit Deadline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Systems target already pushed to FY2031.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= congressional action = mandate trigger.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AetherTrace must be operationally positioned before this occurs.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tier. No trial. Payment before custody begins.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$199/mo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active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4747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25880"/>
            <a:ext cx="1645920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$499/mo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active projects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lost $30,000 claim pays for 12+ years at $199/mo.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AetherTrace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Infrastructure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was there. Now prove it.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aethertrace.io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AetherTrace — What It Is</dc:title>
  <dc:subject>PptxGenJS Presentation</dc:subject>
  <dc:creator>AetherTrace Team</dc:creator>
  <cp:lastModifiedBy>AetherTrace Team</cp:lastModifiedBy>
  <cp:revision>1</cp:revision>
  <dcterms:created xsi:type="dcterms:W3CDTF">2026-03-23T12:19:00Z</dcterms:created>
  <dcterms:modified xsi:type="dcterms:W3CDTF">2026-03-23T12:19:00Z</dcterms:modified>
</cp:coreProperties>
</file>